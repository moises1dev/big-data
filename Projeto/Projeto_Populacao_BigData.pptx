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Análise da População Mundial com Big Data em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Projeto de Engenharia de Dados</a:t>
            </a:r>
          </a:p>
          <a:p>
            <a:r>
              <a:t>Autor: Guilherme David</a:t>
            </a:r>
          </a:p>
          <a:p>
            <a:r>
              <a:t>Data: Agosto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Entender tendências populacionais é essencial para planejamento urbano, saúde e logística. Este projeto utiliza Big Data para analisar dados globais de população em grande escala.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Justificativa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Dados tradicionais são limitados e esparsos</a:t>
            </a:r>
          </a:p>
          <a:p>
            <a:r>
              <a:t>- Big Data permite análises quase em tempo real</a:t>
            </a:r>
          </a:p>
          <a:p>
            <a:r>
              <a:t>- Necessidade de pipelines escaláveis e dashboards interativos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Geral:</a:t>
            </a:r>
          </a:p>
          <a:p>
            <a:r>
              <a:t>Construir pipeline de Big Data para análise populacional global</a:t>
            </a:r>
          </a:p>
          <a:p/>
          <a:p>
            <a:r>
              <a:t>Específicos:</a:t>
            </a:r>
          </a:p>
          <a:p>
            <a:r>
              <a:t>- Coletar dados de múltiplas fontes</a:t>
            </a:r>
          </a:p>
          <a:p>
            <a:r>
              <a:t>- Limpeza e processamento com PySpark</a:t>
            </a:r>
          </a:p>
          <a:p>
            <a:r>
              <a:t>- Agregações e análises de tendências</a:t>
            </a:r>
          </a:p>
          <a:p>
            <a:r>
              <a:t>- Dashboard interativo e relatórios</a:t>
            </a:r>
          </a:p>
          <a:p>
            <a:r>
              <a:t>- Documentação e validação do pipeline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 Esperados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Base de dados limpa e escalável</a:t>
            </a:r>
          </a:p>
          <a:p>
            <a:r>
              <a:t>- Dashboards interativos (por país, região, faixa etária)</a:t>
            </a:r>
          </a:p>
          <a:p>
            <a:r>
              <a:t>- Relatórios com projeções populacionais</a:t>
            </a:r>
          </a:p>
          <a:p>
            <a:r>
              <a:t>- Código modular e documentado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Cronograma de Atividades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Semanas 1–4: Coleta e preparação de dados</a:t>
            </a:r>
          </a:p>
          <a:p>
            <a:r>
              <a:t>Semanas 5–7: Análises e dashboards</a:t>
            </a:r>
          </a:p>
          <a:p>
            <a:r>
              <a:t>Semanas 8–12: Modelagem, testes e entrega final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Permitir decisões informadas sobre planejamento urbano, políticas públicas e logística usando Big Data.</a:t>
            </a:r>
          </a:p>
          <a:p/>
          <a:p>
            <a:r>
              <a:t>Contato: guilherme@example.com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