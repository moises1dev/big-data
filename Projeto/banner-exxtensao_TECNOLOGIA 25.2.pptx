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8803600" cy="43192700"/>
  <p:notesSz cx="6858000" cy="9144000"/>
  <p:embeddedFontLst>
    <p:embeddedFont>
      <p:font typeface="Open Sans Bold" panose="020B0604020202020204" charset="0"/>
      <p:regular r:id="rId3"/>
    </p:embeddedFon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Gliker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7" d="100"/>
          <a:sy n="47" d="100"/>
        </p:scale>
        <p:origin x="-1112" y="-6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heme" Target="theme/theme1.xml"/><Relationship Id="rId5" Type="http://schemas.openxmlformats.org/officeDocument/2006/relationships/font" Target="fonts/font3.fntdata"/><Relationship Id="rId10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1796" y="14068853"/>
            <a:ext cx="37944963" cy="17374959"/>
          </a:xfrm>
          <a:custGeom>
            <a:avLst/>
            <a:gdLst/>
            <a:ahLst/>
            <a:cxnLst/>
            <a:rect l="l" t="t" r="r" b="b"/>
            <a:pathLst>
              <a:path w="37944963" h="17374959">
                <a:moveTo>
                  <a:pt x="0" y="0"/>
                </a:moveTo>
                <a:lnTo>
                  <a:pt x="37944963" y="0"/>
                </a:lnTo>
                <a:lnTo>
                  <a:pt x="37944963" y="17374959"/>
                </a:lnTo>
                <a:lnTo>
                  <a:pt x="0" y="17374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b="-1183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333251" y="40653150"/>
            <a:ext cx="4806554" cy="1219663"/>
          </a:xfrm>
          <a:custGeom>
            <a:avLst/>
            <a:gdLst/>
            <a:ahLst/>
            <a:cxnLst/>
            <a:rect l="l" t="t" r="r" b="b"/>
            <a:pathLst>
              <a:path w="4806554" h="1219663">
                <a:moveTo>
                  <a:pt x="0" y="0"/>
                </a:moveTo>
                <a:lnTo>
                  <a:pt x="4806554" y="0"/>
                </a:lnTo>
                <a:lnTo>
                  <a:pt x="4806554" y="1219664"/>
                </a:lnTo>
                <a:lnTo>
                  <a:pt x="0" y="12196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5659832" y="40013768"/>
            <a:ext cx="2331941" cy="2210428"/>
          </a:xfrm>
          <a:custGeom>
            <a:avLst/>
            <a:gdLst/>
            <a:ahLst/>
            <a:cxnLst/>
            <a:rect l="l" t="t" r="r" b="b"/>
            <a:pathLst>
              <a:path w="2331941" h="2210428">
                <a:moveTo>
                  <a:pt x="0" y="0"/>
                </a:moveTo>
                <a:lnTo>
                  <a:pt x="2331941" y="0"/>
                </a:lnTo>
                <a:lnTo>
                  <a:pt x="2331941" y="2210428"/>
                </a:lnTo>
                <a:lnTo>
                  <a:pt x="0" y="2210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3322" r="-54149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521550" y="1517443"/>
            <a:ext cx="8035511" cy="2234772"/>
          </a:xfrm>
          <a:custGeom>
            <a:avLst/>
            <a:gdLst/>
            <a:ahLst/>
            <a:cxnLst/>
            <a:rect l="l" t="t" r="r" b="b"/>
            <a:pathLst>
              <a:path w="8035511" h="2234772">
                <a:moveTo>
                  <a:pt x="0" y="0"/>
                </a:moveTo>
                <a:lnTo>
                  <a:pt x="8035511" y="0"/>
                </a:lnTo>
                <a:lnTo>
                  <a:pt x="8035511" y="2234773"/>
                </a:lnTo>
                <a:lnTo>
                  <a:pt x="0" y="22347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837" b="-20270"/>
            </a:stretch>
          </a:blipFill>
        </p:spPr>
      </p:sp>
      <p:sp>
        <p:nvSpPr>
          <p:cNvPr id="6" name="Freeform 6"/>
          <p:cNvSpPr/>
          <p:nvPr/>
        </p:nvSpPr>
        <p:spPr>
          <a:xfrm rot="-1047993">
            <a:off x="1891354" y="1260574"/>
            <a:ext cx="910048" cy="4294742"/>
          </a:xfrm>
          <a:custGeom>
            <a:avLst/>
            <a:gdLst/>
            <a:ahLst/>
            <a:cxnLst/>
            <a:rect l="l" t="t" r="r" b="b"/>
            <a:pathLst>
              <a:path w="910048" h="4294742">
                <a:moveTo>
                  <a:pt x="0" y="0"/>
                </a:moveTo>
                <a:lnTo>
                  <a:pt x="910048" y="0"/>
                </a:lnTo>
                <a:lnTo>
                  <a:pt x="910048" y="4294743"/>
                </a:lnTo>
                <a:lnTo>
                  <a:pt x="0" y="42947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25394" t="-51187" r="-1718769" b="-30392"/>
            </a:stretch>
          </a:blipFill>
        </p:spPr>
      </p:sp>
      <p:sp>
        <p:nvSpPr>
          <p:cNvPr id="7" name="Freeform 7"/>
          <p:cNvSpPr/>
          <p:nvPr/>
        </p:nvSpPr>
        <p:spPr>
          <a:xfrm rot="419970">
            <a:off x="2346378" y="1300020"/>
            <a:ext cx="910048" cy="4294742"/>
          </a:xfrm>
          <a:custGeom>
            <a:avLst/>
            <a:gdLst/>
            <a:ahLst/>
            <a:cxnLst/>
            <a:rect l="l" t="t" r="r" b="b"/>
            <a:pathLst>
              <a:path w="910048" h="4294742">
                <a:moveTo>
                  <a:pt x="0" y="0"/>
                </a:moveTo>
                <a:lnTo>
                  <a:pt x="910048" y="0"/>
                </a:lnTo>
                <a:lnTo>
                  <a:pt x="910048" y="4294742"/>
                </a:lnTo>
                <a:lnTo>
                  <a:pt x="0" y="42947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25394" t="-51187" r="-1718769" b="-30392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514715" y="1339466"/>
            <a:ext cx="910048" cy="4294742"/>
          </a:xfrm>
          <a:custGeom>
            <a:avLst/>
            <a:gdLst/>
            <a:ahLst/>
            <a:cxnLst/>
            <a:rect l="l" t="t" r="r" b="b"/>
            <a:pathLst>
              <a:path w="910048" h="4294742">
                <a:moveTo>
                  <a:pt x="0" y="0"/>
                </a:moveTo>
                <a:lnTo>
                  <a:pt x="910048" y="0"/>
                </a:lnTo>
                <a:lnTo>
                  <a:pt x="910048" y="4294742"/>
                </a:lnTo>
                <a:lnTo>
                  <a:pt x="0" y="42947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25394" t="-51187" r="-1718769" b="-30392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518133" y="1300020"/>
            <a:ext cx="910048" cy="4294742"/>
          </a:xfrm>
          <a:custGeom>
            <a:avLst/>
            <a:gdLst/>
            <a:ahLst/>
            <a:cxnLst/>
            <a:rect l="l" t="t" r="r" b="b"/>
            <a:pathLst>
              <a:path w="910048" h="4294742">
                <a:moveTo>
                  <a:pt x="0" y="0"/>
                </a:moveTo>
                <a:lnTo>
                  <a:pt x="910047" y="0"/>
                </a:lnTo>
                <a:lnTo>
                  <a:pt x="910047" y="4294742"/>
                </a:lnTo>
                <a:lnTo>
                  <a:pt x="0" y="42947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25394" t="-51187" r="-1718769" b="-30392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410200" y="3420715"/>
            <a:ext cx="8563629" cy="151323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783"/>
              </a:lnSpc>
            </a:pPr>
            <a:r>
              <a:rPr lang="en-US" sz="8416" dirty="0">
                <a:ln>
                  <a:solidFill>
                    <a:srgbClr val="0070C0"/>
                  </a:solidFill>
                </a:ln>
                <a:solidFill>
                  <a:srgbClr val="6DB3CF"/>
                </a:solidFill>
                <a:latin typeface="Gliker"/>
                <a:ea typeface="Gliker"/>
                <a:cs typeface="Gliker"/>
                <a:sym typeface="Gliker"/>
              </a:rPr>
              <a:t>ESTÁCIO RECIFE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29154" y="5519908"/>
            <a:ext cx="16941692" cy="4103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6"/>
              </a:lnSpc>
            </a:pPr>
            <a:r>
              <a:rPr lang="en-US" sz="5718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TÍTULO DO TRABALHO</a:t>
            </a:r>
          </a:p>
          <a:p>
            <a:pPr algn="ctr">
              <a:lnSpc>
                <a:spcPts val="8006"/>
              </a:lnSpc>
            </a:pPr>
            <a:r>
              <a:rPr lang="en-US" sz="5718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ALUNOS:</a:t>
            </a:r>
          </a:p>
          <a:p>
            <a:pPr algn="ctr">
              <a:lnSpc>
                <a:spcPts val="8006"/>
              </a:lnSpc>
            </a:pPr>
            <a:r>
              <a:rPr lang="en-US" sz="5718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PROFESSOR</a:t>
            </a:r>
            <a:r>
              <a:rPr lang="en-US" sz="5718" b="1" dirty="0" smtClean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Rosiberto Gonçalves </a:t>
            </a:r>
            <a:endParaRPr lang="en-US" sz="5718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8006"/>
              </a:lnSpc>
            </a:pPr>
            <a:r>
              <a:rPr lang="en-US" sz="5718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DISCIPLINA</a:t>
            </a:r>
            <a:r>
              <a:rPr lang="en-US" sz="5718" b="1" dirty="0" smtClean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</a:t>
            </a:r>
            <a:r>
              <a:rPr lang="pt-BR" sz="5718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TÓPICOS DE BIG DATA EM PYTHON</a:t>
            </a:r>
            <a:endParaRPr lang="en-US" sz="5718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955971" y="12384231"/>
            <a:ext cx="7201349" cy="1186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86"/>
              </a:lnSpc>
            </a:pPr>
            <a:r>
              <a:rPr lang="en-US" sz="691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INTRODUÇÃO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2659" y="20324175"/>
            <a:ext cx="7201349" cy="1186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86"/>
              </a:lnSpc>
            </a:pPr>
            <a:r>
              <a:rPr lang="en-US" sz="691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72659" y="28264119"/>
            <a:ext cx="7201349" cy="1186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86"/>
              </a:lnSpc>
            </a:pPr>
            <a:r>
              <a:rPr lang="en-US" sz="691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28480" y="35248593"/>
            <a:ext cx="7201349" cy="241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86"/>
              </a:lnSpc>
            </a:pPr>
            <a:r>
              <a:rPr lang="en-US" sz="691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REFERENCIAL TEÓRICO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732576" y="12296364"/>
            <a:ext cx="7201349" cy="241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86"/>
              </a:lnSpc>
            </a:pPr>
            <a:r>
              <a:rPr lang="en-US" sz="691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EXTENSÃO REALIZADA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732576" y="20324175"/>
            <a:ext cx="7201349" cy="1186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86"/>
              </a:lnSpc>
            </a:pPr>
            <a:r>
              <a:rPr lang="en-US" sz="691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EVIDÊNCIAS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732576" y="28264119"/>
            <a:ext cx="7201349" cy="1186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86"/>
              </a:lnSpc>
            </a:pPr>
            <a:r>
              <a:rPr lang="en-US" sz="691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BIBLIOGRAFIA</a:t>
            </a:r>
          </a:p>
        </p:txBody>
      </p:sp>
      <p:sp>
        <p:nvSpPr>
          <p:cNvPr id="19" name="Freeform 19"/>
          <p:cNvSpPr/>
          <p:nvPr/>
        </p:nvSpPr>
        <p:spPr>
          <a:xfrm>
            <a:off x="-11573125" y="26505455"/>
            <a:ext cx="27058190" cy="27016626"/>
          </a:xfrm>
          <a:custGeom>
            <a:avLst/>
            <a:gdLst/>
            <a:ahLst/>
            <a:cxnLst/>
            <a:rect l="l" t="t" r="r" b="b"/>
            <a:pathLst>
              <a:path w="27058190" h="27016626">
                <a:moveTo>
                  <a:pt x="0" y="0"/>
                </a:moveTo>
                <a:lnTo>
                  <a:pt x="27058191" y="0"/>
                </a:lnTo>
                <a:lnTo>
                  <a:pt x="27058191" y="27016626"/>
                </a:lnTo>
                <a:lnTo>
                  <a:pt x="0" y="270166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6000"/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7872962" y="-10390392"/>
            <a:ext cx="27058190" cy="27016626"/>
          </a:xfrm>
          <a:custGeom>
            <a:avLst/>
            <a:gdLst/>
            <a:ahLst/>
            <a:cxnLst/>
            <a:rect l="l" t="t" r="r" b="b"/>
            <a:pathLst>
              <a:path w="27058190" h="27016626">
                <a:moveTo>
                  <a:pt x="0" y="0"/>
                </a:moveTo>
                <a:lnTo>
                  <a:pt x="27058191" y="0"/>
                </a:lnTo>
                <a:lnTo>
                  <a:pt x="27058191" y="27016626"/>
                </a:lnTo>
                <a:lnTo>
                  <a:pt x="0" y="270166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6000"/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23</Words>
  <Application>Microsoft Office PowerPoint</Application>
  <PresentationFormat>Personalizar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Open Sans Bold</vt:lpstr>
      <vt:lpstr>Calibri</vt:lpstr>
      <vt:lpstr>Gliker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TECNOLOGIA 25.2</dc:title>
  <cp:lastModifiedBy>Conta da Microsoft</cp:lastModifiedBy>
  <cp:revision>4</cp:revision>
  <dcterms:created xsi:type="dcterms:W3CDTF">2006-08-16T00:00:00Z</dcterms:created>
  <dcterms:modified xsi:type="dcterms:W3CDTF">2025-10-16T11:37:54Z</dcterms:modified>
  <dc:identifier>DAGymX-YoF4</dc:identifier>
</cp:coreProperties>
</file>